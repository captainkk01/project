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3c6cc419-9f28-4850-89df-befbd175307c.jpeg" descr="3c6cc419-9f28-4850-89df-befbd175307c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1111" y="347358"/>
            <a:ext cx="24061778" cy="127433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G_1411.jpeg" descr="IMG_141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126" y="633073"/>
            <a:ext cx="21206423" cy="129754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G_1414.jpeg" descr="IMG_1414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9744" y="562583"/>
            <a:ext cx="21225235" cy="133467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G_1418.jpeg" descr="IMG_1418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571" y="-79298"/>
            <a:ext cx="22712638" cy="140125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IMG_1424.jpeg" descr="IMG_1424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56018" y="630001"/>
            <a:ext cx="24696036" cy="120550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G_1426.jpeg" descr="IMG_1426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51922" y="1046287"/>
            <a:ext cx="24673894" cy="112496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>
    <p:comb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modified xsi:type="dcterms:W3CDTF">2026-09-05T17:24:12Z</dcterms:modified>
</cp:coreProperties>
</file>